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O(N)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10,000</c:v>
                  </c:pt>
                  <c:pt idx="1">
                    <c:v>100,000</c:v>
                  </c:pt>
                  <c:pt idx="2">
                    <c:v>1,000,000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0.000201</c:v>
                </c:pt>
                <c:pt idx="1">
                  <c:v>0.003286</c:v>
                </c:pt>
                <c:pt idx="2">
                  <c:v>0.004912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O(log N)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10,000</c:v>
                  </c:pt>
                  <c:pt idx="1">
                    <c:v>100,000</c:v>
                  </c:pt>
                  <c:pt idx="2">
                    <c:v>1,000,000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0.00000145</c:v>
                </c:pt>
                <c:pt idx="1">
                  <c:v>0.00000139</c:v>
                </c:pt>
                <c:pt idx="2">
                  <c:v>0.00000173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Hash O(1)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10,000</c:v>
                  </c:pt>
                  <c:pt idx="1">
                    <c:v>100,000</c:v>
                  </c:pt>
                  <c:pt idx="2">
                    <c:v>1,000,000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3.6e-7</c:v>
                </c:pt>
                <c:pt idx="1">
                  <c:v>4.5e-7</c:v>
                </c:pt>
                <c:pt idx="2">
                  <c:v>4.5e-7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016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Theoretical Operations as N Grows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O(N)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10K</c:v>
                  </c:pt>
                  <c:pt idx="1">
                    <c:v>100K</c:v>
                  </c:pt>
                  <c:pt idx="2">
                    <c:v>1M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100000</c:v>
                </c:pt>
                <c:pt idx="2">
                  <c:v>1000000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O(log N)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10K</c:v>
                  </c:pt>
                  <c:pt idx="1">
                    <c:v>100K</c:v>
                  </c:pt>
                  <c:pt idx="2">
                    <c:v>1M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Hash O(1)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10K</c:v>
                  </c:pt>
                  <c:pt idx="1">
                    <c:v>100K</c:v>
                  </c:pt>
                  <c:pt idx="2">
                    <c:v>1M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016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DATA STRUCTURES &amp; ALGORITHMS — PROJECT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</a:rPr>
              <a:t>Speedy</a:t>
            </a:r>
            <a:pPr indent="0" marL="0">
              <a:buNone/>
            </a:pPr>
            <a:r>
              <a:rPr lang="en-US" sz="5400" b="1" dirty="0">
                <a:solidFill>
                  <a:srgbClr val="E2E8F0"/>
                </a:solidFill>
              </a:rPr>
              <a:t>Search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An Empirical Analysis of O(N) vs O(log N) vs O(1)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Time Complexities in Search Algorithms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O(N)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67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Linear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35661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O(log 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3867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Binary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35661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593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O(1)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867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Anwar  ·  Artificial Intelligence &amp; DSA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Why does algorithm choice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673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Modern applications handle millions of records — patient IDs, user profiles, inventory systems. Search is the most frequent operation.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The Conflict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7249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Sequential (linear) search is O(N): searching 1M records may require 1M comparisons. This becomes a critical bottleneck at scale.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The 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7764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Show empirically that choosing the right data structure (sorted array → binary; hash set → O(1)) eliminates this bottleneck entirely.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ALGORITHM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Three approaches, one goal: find the target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16352" cy="3566160"/>
          </a:xfrm>
          <a:prstGeom prst="roundRect">
            <a:avLst>
              <a:gd name="adj" fmla="val 3247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2633472" cy="640080"/>
          </a:xfrm>
          <a:prstGeom prst="roundRect">
            <a:avLst>
              <a:gd name="adj" fmla="val 11429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O(N)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Linear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993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Scans every element from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4963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index 0 to N-1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9992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No pre-processing needed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35021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Works on unsorted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40050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Worst case: N comparisons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1234440"/>
            <a:ext cx="2816352" cy="3566160"/>
          </a:xfrm>
          <a:prstGeom prst="roundRect">
            <a:avLst>
              <a:gd name="adj" fmla="val 324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1234440"/>
            <a:ext cx="2633472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2618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O(log N)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64992" y="15727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Binary 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93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Requires sorted array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4963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Halves search space each step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9992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log₂(1,000,000) ≈ 20 steps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5021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Excellent for static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0050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Uses bisect module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816352" cy="3566160"/>
          </a:xfrm>
          <a:prstGeom prst="roundRect">
            <a:avLst>
              <a:gd name="adj" fmla="val 3247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234440"/>
            <a:ext cx="2633472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26187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O(1)*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15727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Hash Lookup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9088" y="19933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Python set / dict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9088" y="249631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Direct address via hash fn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9992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~constant regardless of 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9088" y="35021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Requires extra O(N) space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40050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Fastest for membership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* Average case. Degenerates to O(N) only with worst-case hash collisions (extremely rare in practice).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How the experiment was designed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Tools &amp;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Python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implementation 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time.perf_counter()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High-precision timing (ns resolution)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79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bisect 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Standard-library binary search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Built-in 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Hash table implementation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React + Tailwind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Interactive web demonstration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PptxGenJS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Presentation generation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234440"/>
            <a:ext cx="4389120" cy="3611880"/>
          </a:xfrm>
          <a:prstGeom prst="roundRect">
            <a:avLst>
              <a:gd name="adj" fmla="val 253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Experimental Process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828800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56048" y="182880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Generate N random integers (range: N×10)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2304288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56048" y="230428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Prepare three data structures: raw list, sorted list, 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779776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277977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Target = last element in sorted order (worst case for linear)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255264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325526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 each algorithm over 5 trials, average the result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730752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373075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Repeat for N = 10K, 100K, 1M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4206240"/>
            <a:ext cx="256032" cy="25603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420624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Compare growth rates against theoretical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EXPERIMENTS &amp;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Empirical timing data (Python, 5-trial average)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920240"/>
                <a:gridCol w="1463040"/>
                <a:gridCol w="12801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Size 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/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µs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10916×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2651760"/>
          <a:ext cx="8412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GROWTH RATE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Understanding what the Big-O numbers really mean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43000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2070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9516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Dataset grew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95160" y="14447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10K → 1M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011680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9516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Linear grew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0" y="2313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≈ proportional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2880360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2944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1.2×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951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Binary grew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95160" y="3182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barely changed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97880" y="3749040"/>
            <a:ext cx="2834640" cy="749808"/>
          </a:xfrm>
          <a:prstGeom prst="roundRect">
            <a:avLst>
              <a:gd name="adj" fmla="val 1219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3813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~0×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99516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Hash grew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4050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constant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CODE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Core Python implementations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Linear Search — O(N)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606040" cy="2971800"/>
          </a:xfrm>
          <a:prstGeom prst="roundRect">
            <a:avLst>
              <a:gd name="adj" fmla="val 2105"/>
            </a:avLst>
          </a:prstGeom>
          <a:solidFill>
            <a:srgbClr val="0208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8308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linear_search(arr, target):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val in enumerate(arr):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val == target: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Binary Search — O(log 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2971800"/>
          </a:xfrm>
          <a:prstGeom prst="roundRect">
            <a:avLst>
              <a:gd name="adj" fmla="val 2105"/>
            </a:avLst>
          </a:prstGeom>
          <a:solidFill>
            <a:srgbClr val="0208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78308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binary_search(arr, target):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bisect.bisect_left(arr, target)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idx &lt; len(arr) and arr[idx] == target: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idx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25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Hash Set Lookup — O(1)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2606040" cy="2971800"/>
          </a:xfrm>
          <a:prstGeom prst="roundRect">
            <a:avLst>
              <a:gd name="adj" fmla="val 2105"/>
            </a:avLst>
          </a:prstGeom>
          <a:solidFill>
            <a:srgbClr val="0208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78308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hash_search(data_set, target):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target in data_set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WEB APPLICATION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</a:rPr>
              <a:t>SpeedySearch — React + Tailwind CSS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703320"/>
          </a:xfrm>
          <a:prstGeom prst="roundRect">
            <a:avLst>
              <a:gd name="adj" fmla="val 246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52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SpeedySearch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Algorithm Performance Analyzer  ·  O(N) · O(log N) · O(1)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⚡ Live Demo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9202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📐 Theory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920240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📊 Benchmark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0B11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Linear O(N)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4.912 ms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1,000,000 elements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0B11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Binary O(log 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706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 µs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0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1,000,000 elements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42316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0B11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 O(1) 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7066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µs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760720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 1,000,000 elements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Relative Speed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Linear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17320" y="3840480"/>
            <a:ext cx="7132320" cy="164592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840480"/>
            <a:ext cx="7132320" cy="164592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96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Binary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17320" y="4114800"/>
            <a:ext cx="7132320" cy="164592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4114800"/>
            <a:ext cx="91440" cy="164592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70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Hash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17320" y="4389120"/>
            <a:ext cx="7132320" cy="164592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17320" y="4389120"/>
            <a:ext cx="91440" cy="16459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Linear Search does not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819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Time grows proportionally with N. A 100× dataset increase caused 24× slower searches — unacceptable for production systems with millions of records.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Binary Search is an excellent middle ground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4780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With sorted data, O(log N) delivers near-constant speed. Searching 1M sorted elements takes only ~20 comparisons. Ideal when data is pre-sorted.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118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Hash-based search is the clear winner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74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Python sets deliver sub-microsecond lookups independent of N. The cost is O(N) extra memory — a worthwhile trade-off for any performance-critical application.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014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Data structure choice is architectural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70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Switching from a list to a set reduced lookup time by over 10,000× at N=1M. Algorithm selection is the highest-leverage performance optimization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SpeedySearch — Empirical Analysis of Search Algorithm Complexities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926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64748B"/>
                </a:solidFill>
              </a:rPr>
              <a:t>References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Cormen, T. H. et al. Introduction to Algorithms (CLRS), 4th Ed., MIT Press, 2022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Python Software Foundation. Time Complexity of Built-in Types. docs.python.org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Knuth, D. The Art of Computer Programming, Vol 3: Sorting and Searching, Addison-Wesley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Anwar  ·  AI &amp; DSA Coursework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SpeedySearch: Algorithm Performance Analysis</dc:title>
  <dc:subject>PptxGenJS Presentation</dc:subject>
  <dc:creator>Anwar</dc:creator>
  <cp:lastModifiedBy>Anwar</cp:lastModifiedBy>
  <cp:revision>1</cp:revision>
  <dcterms:created xsi:type="dcterms:W3CDTF">2026-06-11T01:06:12Z</dcterms:created>
  <dcterms:modified xsi:type="dcterms:W3CDTF">2026-06-11T01:06:12Z</dcterms:modified>
</cp:coreProperties>
</file>